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AB3F51-58BB-4F98-A979-06FAEA8805AF}" v="96" dt="2026-06-21T19:12:59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28" d="100"/>
          <a:sy n="28" d="100"/>
        </p:scale>
        <p:origin x="12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767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60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27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33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99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017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121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55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87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1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342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714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31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422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811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515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28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24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jetsmi.blogspot.com/2010/05/instalar-xampp-en-ubuntu-php-mysql.html" TargetMode="External"/><Relationship Id="rId13" Type="http://schemas.openxmlformats.org/officeDocument/2006/relationships/image" Target="../media/image7.jpeg"/><Relationship Id="rId3" Type="http://schemas.openxmlformats.org/officeDocument/2006/relationships/image" Target="../media/image3.png"/><Relationship Id="rId7" Type="http://schemas.openxmlformats.org/officeDocument/2006/relationships/image" Target="../media/image9.jpeg"/><Relationship Id="rId12" Type="http://schemas.openxmlformats.org/officeDocument/2006/relationships/hyperlink" Target="https://elblogdepicodev.blogspot.com/2012/11/como-crear-y-usar-sprites-en-paginas.html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egomariano.com/folhas-de-estilo-em-cascata-css/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hyperlink" Target="https://freepngimg.com/png/14960-php-logo-png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whatsapp-png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19E94-5037-2AA9-E896-5FB8C806D4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6000" dirty="0"/>
              <a:t>Apresentação do Site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405F20-2584-A695-AF85-C4104E9193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pt-BR" sz="4400" dirty="0"/>
              <a:t>3-B Desenvolvimento de sistemas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25E3DEC-7C70-C421-8E44-7AB2CCFDB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285" y="4503963"/>
            <a:ext cx="913732" cy="94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4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009EAA-F670-4D42-8911-6A21B1F65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206C9E-7738-444F-A788-ED23F4EDD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8DC4A6B-1E68-43BA-B47E-0B0C776F5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CB474FC-CC12-46CA-8EF1-F65480527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3EE96D9-8AE9-44F2-91DD-FD9889F74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7D798CA-E264-49B2-B648-CE3C104A1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EC1A2FE-40B2-1B7C-2648-69E6F7E9F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198" y="982132"/>
            <a:ext cx="4752626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4100" b="1"/>
              <a:t>Linguagens </a:t>
            </a:r>
            <a:r>
              <a:rPr lang="pt-BR" sz="4100" b="1" err="1"/>
              <a:t>ultilizadas</a:t>
            </a:r>
            <a:r>
              <a:rPr lang="pt-BR" sz="4100" b="1"/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BD8BA9-5094-40E2-8C0D-0D5249710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4976494" cy="4659376"/>
          </a:xfrm>
          <a:prstGeom prst="rect">
            <a:avLst/>
          </a:prstGeom>
          <a:solidFill>
            <a:schemeClr val="bg2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1AFF08-2660-4C5B-80A0-4CF0F7DBB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7209" y="1254051"/>
            <a:ext cx="2508652" cy="2094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6F25D7C4-ABC4-DD78-DE31-297C12F913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620904" y="1406769"/>
            <a:ext cx="1747063" cy="174706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1806480-925F-4DC7-B73F-16E710A81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3021" y="1254051"/>
            <a:ext cx="2013752" cy="150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6317FA0F-24ED-2329-17F0-B0AD0A5A97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4072560" y="1738212"/>
            <a:ext cx="1686401" cy="515166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657E24-673F-4631-943F-4F2814C59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951" y="2400639"/>
            <a:ext cx="4389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564766E3-106B-4330-A3FD-48DBCCBB6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7209" y="3509434"/>
            <a:ext cx="2508652" cy="20866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m 12" descr="Logotipo&#10;&#10;O conteúdo gerado por IA pode estar incorreto.">
            <a:extLst>
              <a:ext uri="{FF2B5EF4-FFF2-40B4-BE49-F238E27FC236}">
                <a16:creationId xmlns:a16="http://schemas.microsoft.com/office/drawing/2014/main" id="{34A73657-F6EF-C1A0-77DF-92B2F058E9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393878" y="3985910"/>
            <a:ext cx="2201116" cy="113374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AAD6469-661E-41B8-A999-5CCAA8CBF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10024" y="2917369"/>
            <a:ext cx="1996749" cy="2678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93331F-FD0E-F124-E70A-EFF9C6D6754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4072560" y="3429861"/>
            <a:ext cx="1686401" cy="1686401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036E86-F6E4-6295-B48B-79880F5C5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2198" y="2556932"/>
            <a:ext cx="4752626" cy="33189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sz="1800"/>
              <a:t>HTML: Estrutura do site</a:t>
            </a:r>
          </a:p>
          <a:p>
            <a:r>
              <a:rPr lang="pt-BR" sz="1800"/>
              <a:t>CSS: Estilização do site</a:t>
            </a:r>
          </a:p>
          <a:p>
            <a:r>
              <a:rPr lang="pt-BR" sz="1800"/>
              <a:t>Xampp: Banco de dados </a:t>
            </a:r>
          </a:p>
          <a:p>
            <a:r>
              <a:rPr lang="pt-BR" sz="1800"/>
              <a:t>PHP: Conecção do banco de dados e do site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EC5D409-538E-3D55-B454-C212887C6E1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744" y="4693269"/>
            <a:ext cx="1555132" cy="155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7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DAD4B-B5B2-02C6-8CE3-B3FFC442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15" y="241848"/>
            <a:ext cx="10449784" cy="1265928"/>
          </a:xfrm>
        </p:spPr>
        <p:txBody>
          <a:bodyPr>
            <a:normAutofit/>
          </a:bodyPr>
          <a:lstStyle/>
          <a:p>
            <a:r>
              <a:rPr lang="pt-BR" sz="4800" b="1" dirty="0"/>
              <a:t>Funcionalidades do </a:t>
            </a:r>
            <a:r>
              <a:rPr lang="pt-BR" sz="4800" b="1" dirty="0" err="1"/>
              <a:t>Sitebgfbzc</a:t>
            </a:r>
            <a:r>
              <a:rPr lang="pt-BR" sz="4800" b="1"/>
              <a:t> </a:t>
            </a:r>
            <a:endParaRPr lang="pt-BR" sz="48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CD00AA-88C6-832D-3720-2C0402D11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48" y="1626339"/>
            <a:ext cx="10442448" cy="39038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z="4000" dirty="0"/>
              <a:t>Botões de avanço e de compra</a:t>
            </a:r>
          </a:p>
          <a:p>
            <a:r>
              <a:rPr lang="pt-BR" sz="4000" dirty="0"/>
              <a:t>Atalhos para categorias e carrinho</a:t>
            </a:r>
          </a:p>
          <a:p>
            <a:r>
              <a:rPr lang="pt-BR" sz="4000" dirty="0"/>
              <a:t>Suporte via whatsapp </a:t>
            </a:r>
          </a:p>
          <a:p>
            <a:r>
              <a:rPr lang="pt-BR" sz="4000" dirty="0"/>
              <a:t>Localizador de CEP </a:t>
            </a: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65908582-CF87-CAB0-82F3-25DE79EE8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12982" y="2571677"/>
            <a:ext cx="1195790" cy="121346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457CBB1-1C85-C3B5-009A-438182FC7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604" y="5280504"/>
            <a:ext cx="5147813" cy="64446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D78372F-15A9-2D61-D34B-E860F9073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000295"/>
            <a:ext cx="3742965" cy="102151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9067D9F-C58F-CD5B-102E-6C4C02E1AB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209" y="5084938"/>
            <a:ext cx="1362843" cy="117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7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BD642B1-E8A0-4B5B-8E4A-D8EF15A0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41D71B9-BFD9-40DE-BC3B-E64BA2895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2504B9E-D812-4C78-9981-5F48C1288A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F886AB1-61BE-4427-BED7-571CF1EF1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912E8F6-1094-49C1-B7CD-CC46B33D6F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70FE29-3AF7-4226-8303-7C1B0B8E1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B226A40-22CC-40E5-9EC4-5163536C6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BB9B7D3-101C-4F55-A956-62DA4AAD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3BD5441-821C-4091-8DDD-A4A56A6FC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C6E877-1BD2-4856-8FFD-250D27C15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64C008A-2A32-4626-A83A-16A984F88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75D67EF-62E2-43F5-8005-7A7A319D0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69C8F344-A995-E0A0-1AFD-62E8FED4F61D}"/>
              </a:ext>
            </a:extLst>
          </p:cNvPr>
          <p:cNvSpPr txBox="1"/>
          <p:nvPr/>
        </p:nvSpPr>
        <p:spPr>
          <a:xfrm>
            <a:off x="1102619" y="4404852"/>
            <a:ext cx="9989677" cy="10547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b="1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Sobre o  Site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2CA3DB-2141-4DE2-9F8A-9E5561DDF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E694398-67F7-6460-6943-109E2E0E29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157" y="1257341"/>
            <a:ext cx="2798064" cy="279806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544A786-C883-4A75-9A9A-B68FC3B44F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559" y="1257341"/>
            <a:ext cx="2798064" cy="2798064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214B64F-D291-4308-B071-A2678ED7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895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TM02900743[[fn=Sisal]]</Template>
  <TotalTime>104</TotalTime>
  <Words>57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Garamond</vt:lpstr>
      <vt:lpstr>Orgânico</vt:lpstr>
      <vt:lpstr>Apresentação do Site</vt:lpstr>
      <vt:lpstr>Linguagens ultilizadas </vt:lpstr>
      <vt:lpstr>Funcionalidades do Sitebgfbzc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Site</dc:title>
  <dc:creator>phelipe eduardo</dc:creator>
  <cp:lastModifiedBy>PHELIPE EDUARDO DOS SANTOS SILVA CARVALHO</cp:lastModifiedBy>
  <cp:revision>69</cp:revision>
  <dcterms:created xsi:type="dcterms:W3CDTF">2026-06-21T18:11:01Z</dcterms:created>
  <dcterms:modified xsi:type="dcterms:W3CDTF">2026-06-24T10:31:10Z</dcterms:modified>
</cp:coreProperties>
</file>